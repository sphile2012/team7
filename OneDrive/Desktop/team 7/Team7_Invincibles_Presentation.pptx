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" y="155448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INVINCIBLES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STRENGTHS  ·  ONE MISSION  ·  UNSTOPPABLE TOGETHER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92608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48056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03504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&lt;/&gt;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58952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144000" y="4114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PRICILLA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LEAD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PLAN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the big picture and maps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to victory.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strategy, sets direction, and ensures all team goals align with the mission.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Big-picture thinking combined with decisive action planning.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the team never loses sight of what matters most — delivering results.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NKOSI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LEAD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ideas into inspiring concepts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spark change.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creative direction, visual identity and conceptual innovation for the team.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abstract ideas into tangible, impactful design concepts.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creative tone that makes the product unforgettable and user-loved.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PHUNYEZWA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4572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LAYOUT SUPERHERO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THAT EMPOWERS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3429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experiences that 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beautiful, intuitive and bold.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features definition, layout architecture and user experience flow design.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user needs and design solutions with clarity and precision.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users see is shaped by Phunyezwa's bold and empowering design thinking.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WANDILE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BUILDER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DREAM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concepts into powerful,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solutions.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development, builds the application and brings all designs to life technically.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complex requirements into clean, functional, scalable code.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Wandile, there is no product. He makes the dream real.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GURU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 &amp; BALANCE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clarity to chaos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with precision and flow.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Figma prototyping, UI components and design system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pixel-perfect, harmonious interfaces that communicate clearly.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looks and feels professional because of Lloyd's eye for detail.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LWANDO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COMMANDER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ALIGNED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the team, manages the 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shields us from distractions.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91440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024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management, sprint coordination and team alignment throughout all phases.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46888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880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focus, managing timelines and ensuring delivery without losing team energy.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4023360"/>
            <a:ext cx="5120640" cy="1371600"/>
          </a:xfrm>
          <a:prstGeom prst="rect">
            <a:avLst>
              <a:gd name="adj" fmla="val 333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33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4434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stays on track and delivers because Lwando keeps everyone mission-focused.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CHARACTERS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57200" y="128016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Pricilla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128016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Nkosi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891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Lead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128016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Phunyezwa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210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Lead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&lt;/&gt;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Wandile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Builder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374904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38912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891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Lead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3749040"/>
            <a:ext cx="3657600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32104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Lwando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2104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7512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Elevator Pitch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389120"/>
            <a:ext cx="2130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🛗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Surviving to Thriving ]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274320" y="109728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Chaos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20574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 frantically counting ingredients, trying to serve customers while managing scattered orders.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109728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43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Breaking Point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0574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 at the food truck. "Sorry — Out of Chicken &amp; Buns". Disappointed customers walk away.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109728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😔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32104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Nighttime Struggle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0574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 at her kitchen table, surrounded by notebooks and receipts. Clearly overwhelmed.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70332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6576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 on her couch at night. A message from her friend: "Try this inventory app!"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370332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5196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😊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3434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Light Relief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4340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 smiling at her phone, using a clean inventory management app with real-time stock.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29600" y="3703320"/>
            <a:ext cx="3749040" cy="237744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32104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Operation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at the food truck, Nomsa confidently serving customers. Everything organised — no stress.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7512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Process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5720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💡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NOMSA'S USER PROFILE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1097280"/>
            <a:ext cx="5486400" cy="1417320"/>
          </a:xfrm>
          <a:prstGeom prst="rect">
            <a:avLst>
              <a:gd name="adj" fmla="val 322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1704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SHE 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19019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Nomsa, 32, food truck owner in Johannesburg. Passionate and driven but overwhelmed by manual processes.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651760"/>
            <a:ext cx="5486400" cy="1417320"/>
          </a:xfrm>
          <a:prstGeom prst="rect">
            <a:avLst>
              <a:gd name="adj" fmla="val 322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724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3154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4564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out of stock unexpectedly. Loses track of sales. Spends hours doing admin with no real-time insights.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1097280"/>
            <a:ext cx="5486400" cy="1417320"/>
          </a:xfrm>
          <a:prstGeom prst="rect">
            <a:avLst>
              <a:gd name="adj" fmla="val 322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704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GOAL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19019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manage her inventory, payments and business analytics from one simple, affordable mobile app.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651760"/>
            <a:ext cx="5486400" cy="1417320"/>
          </a:xfrm>
          <a:prstGeom prst="rect">
            <a:avLst>
              <a:gd name="adj" fmla="val 322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724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55080" y="3154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WORDS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4564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just need to know what I have, what I sold and what I made — without spending hours on spreadsheets."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251960"/>
            <a:ext cx="11338560" cy="1645920"/>
          </a:xfrm>
          <a:prstGeom prst="rect">
            <a:avLst/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owners need an all-in-one mobile solution that unifies inventory tracking, payment processing and sales analytics with zero technical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54864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🔍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IDENTIFIED PROBLEM</a:t>
            </a:r>
            <a:endParaRPr lang="en-US" sz="4000" dirty="0"/>
          </a:p>
        </p:txBody>
      </p:sp>
      <p:sp>
        <p:nvSpPr>
          <p:cNvPr id="28" name="Shape 26"/>
          <p:cNvSpPr/>
          <p:nvPr/>
        </p:nvSpPr>
        <p:spPr>
          <a:xfrm>
            <a:off x="914400" y="2743200"/>
            <a:ext cx="10360152" cy="219456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29260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medium enterprises (SMEs) like food truck operators lack an integrated, affordable digital tool to manage inventory, payments, and sales analytics in real time — forcing them to rely on fragmented, manual processes that cost time and revenue.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512064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365760" y="1371600"/>
            <a:ext cx="3566160" cy="3200400"/>
          </a:xfrm>
          <a:prstGeom prst="rect">
            <a:avLst>
              <a:gd name="adj" fmla="val 1429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444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176272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help Nomsa track stock levels in real time without manual counting or unexpected stockouts?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1371600"/>
            <a:ext cx="3566160" cy="3200400"/>
          </a:xfrm>
          <a:prstGeom prst="rect">
            <a:avLst>
              <a:gd name="adj" fmla="val 1429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1444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43484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2176272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simplify payment collection so Nomsa never loses a sale or misses a transaction?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1371600"/>
            <a:ext cx="3566160" cy="3200400"/>
          </a:xfrm>
          <a:prstGeom prst="rect">
            <a:avLst>
              <a:gd name="adj" fmla="val 1429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1444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6676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2176272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give Nomsa clear, daily insights into her business performance with zero accounting knowledge?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74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&amp; Ideate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365760" y="1920240"/>
            <a:ext cx="3566160" cy="2560320"/>
          </a:xfrm>
          <a:prstGeom prst="rect">
            <a:avLst>
              <a:gd name="adj" fmla="val 178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IDEATION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27249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60-minute sprint generating 30+ feature ideas per round across inventory, payments and analytics.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1920240"/>
            <a:ext cx="3566160" cy="2560320"/>
          </a:xfrm>
          <a:prstGeom prst="rect">
            <a:avLst>
              <a:gd name="adj" fmla="val 178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🗳️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43484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VOTING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34840" y="27249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voted on top ideas based on impact vs. feasibility matrix. Top 5 ideas advanced to prototype.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1920240"/>
            <a:ext cx="3566160" cy="2560320"/>
          </a:xfrm>
          <a:prstGeom prst="rect">
            <a:avLst>
              <a:gd name="adj" fmla="val 1786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6676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FEATURES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66760" y="27249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Unified dashboard  2. Smart low-stock alerts  3. One-tap payment integration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66344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7512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Outcome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5720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🏆</a:t>
            </a:r>
            <a:endParaRPr lang="en-US" sz="4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365760" y="1280160"/>
            <a:ext cx="5394960" cy="2011680"/>
          </a:xfrm>
          <a:prstGeom prst="rect">
            <a:avLst>
              <a:gd name="adj" fmla="val 227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3533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08483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Low-fidelity sketches mapping all core screens and user flows, built collaboratively in Figma during sprint 1.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280160"/>
            <a:ext cx="5394960" cy="2011680"/>
          </a:xfrm>
          <a:prstGeom prst="rect">
            <a:avLst>
              <a:gd name="adj" fmla="val 227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3533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379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UI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208483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colour, pixel-perfect screens designed with the SME user in mind — clean, bold and accessible.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474720"/>
            <a:ext cx="5394960" cy="2011680"/>
          </a:xfrm>
          <a:prstGeom prst="rect">
            <a:avLst>
              <a:gd name="adj" fmla="val 227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478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0292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PROTOTYPE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2793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Figma prototype demonstrating the complete user journey from onboarding to sales report.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474720"/>
            <a:ext cx="5394960" cy="2011680"/>
          </a:xfrm>
          <a:prstGeom prst="rect">
            <a:avLst>
              <a:gd name="adj" fmla="val 2273"/>
            </a:avLst>
          </a:prstGeom>
          <a:solidFill>
            <a:srgbClr val="1A1200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478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3796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42793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3 SME users. Collected feedback, iterated on 12 UI elements. Final version approved.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566928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7512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Conclusion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572000"/>
            <a:ext cx="2130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🎯</a:t>
            </a:r>
            <a:endParaRPr lang="en-US" sz="4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373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4340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6350">
            <a:solidFill>
              <a:srgbClr val="1E1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64592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43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Design Journey: Reflection and Growth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1005840"/>
            <a:ext cx="5577840" cy="2377440"/>
          </a:xfrm>
          <a:prstGeom prst="rect">
            <a:avLst/>
          </a:prstGeom>
          <a:solidFill>
            <a:srgbClr val="001A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  PROJECT HIGHS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15544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Successful Prototype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(Concept to Reality)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Integrated Final Product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1005840"/>
            <a:ext cx="5486400" cy="2377440"/>
          </a:xfrm>
          <a:prstGeom prst="rect">
            <a:avLst/>
          </a:prstGeom>
          <a:solidFill>
            <a:srgbClr val="1A000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 PROJECT LOWS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15544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Tight Sprint Timeline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Time Constraint Challenges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11457432" cy="246888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KEY TEAM LEARNINGS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The Crucial Role of Effective Teamwork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Value of Rapid Ideation + Cohesive Collaboration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Key Emphasis: Constant User-Centric Focus (compass pointing to core user)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2026-06-29T05:30:18Z</dcterms:created>
  <dcterms:modified xsi:type="dcterms:W3CDTF">2026-06-29T05:30:18Z</dcterms:modified>
</cp:coreProperties>
</file>